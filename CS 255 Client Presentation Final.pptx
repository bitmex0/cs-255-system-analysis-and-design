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p:scale>
          <a:sx n="62" d="100"/>
          <a:sy n="62" d="100"/>
        </p:scale>
        <p:origin x="40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gives a quick overview of the </a:t>
            </a:r>
            <a:r>
              <a:rPr lang="en-US" dirty="0" err="1"/>
              <a:t>DriverPass</a:t>
            </a:r>
            <a:r>
              <a:rPr lang="en-US" dirty="0"/>
              <a:t> system I designed. I’ll walk through the main requirements, the use case diagram, an activity diagram, and how the system handles security and limitations. Everything is explained in simple terms so you can see how the system supports your business goals.</a:t>
            </a:r>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describe what the system needs to do and how it should perform. Scheduling lessons and taking practice tests are the core features students rely on. On the nonfunctional side, the system needs to be secure, reliable, and easy for anyone to use. These requirements guided the design decisions throughout the project.</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main interactions between users and the </a:t>
            </a:r>
            <a:r>
              <a:rPr lang="en-US" dirty="0" err="1"/>
              <a:t>DriverPass</a:t>
            </a:r>
            <a:r>
              <a:rPr lang="en-US" dirty="0"/>
              <a:t> system. Students can purchase packages, schedule lessons, and take practice tests. Instructors manage their availability and teach lessons. Admins oversees instructors, vehicles, and packages. The DMV system is included because test results need to sync. This diagram helps visualize how each part of the system supports the business workflow.</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activity diagram breaks down one process step-by-step. For example, scheduling a lesson starts when the student logs in, check available times, selects a slot, and confirms the booking. The system updates the instructor’s schedule and sends a notification. This helps show how the system handles tasks behind the scenes in a simple, organized flow.</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into the system from the start. All communication is encrypted, and user accounts are protected with secure login methods. Each role only sees what they need to see, which keeps sensitive information safe. The system also uses backups and monitoring to protect data and keep everything running smoothly.</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Like any system, </a:t>
            </a:r>
            <a:r>
              <a:rPr lang="en-US" dirty="0" err="1"/>
              <a:t>DriverPass</a:t>
            </a:r>
            <a:r>
              <a:rPr lang="en-US" dirty="0"/>
              <a:t> has limitations. It requires internet access, and it depends on cloud hosting to stay online. Users need basic computer or mobile skills to navigate the system. Also, syncing test results relies on the DMV system, so any delays or downtime on their side can </a:t>
            </a:r>
            <a:r>
              <a:rPr lang="en-US"/>
              <a:t>affect updated.</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Polo Navarro</a:t>
            </a:r>
          </a:p>
          <a:p>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Functional Requirements:</a:t>
            </a:r>
          </a:p>
          <a:p>
            <a:pPr>
              <a:buFontTx/>
              <a:buChar char="-"/>
            </a:pPr>
            <a:r>
              <a:rPr lang="en-US" sz="2400" dirty="0">
                <a:solidFill>
                  <a:srgbClr val="000000"/>
                </a:solidFill>
              </a:rPr>
              <a:t>Students can schedule lessons.</a:t>
            </a:r>
          </a:p>
          <a:p>
            <a:pPr>
              <a:buFontTx/>
              <a:buChar char="-"/>
            </a:pPr>
            <a:r>
              <a:rPr lang="en-US" sz="2400" dirty="0">
                <a:solidFill>
                  <a:srgbClr val="000000"/>
                </a:solidFill>
              </a:rPr>
              <a:t>Students can take practice tests.</a:t>
            </a:r>
          </a:p>
          <a:p>
            <a:pPr marL="0" indent="0">
              <a:buNone/>
            </a:pPr>
            <a:r>
              <a:rPr lang="en-US" sz="2400" dirty="0">
                <a:solidFill>
                  <a:srgbClr val="000000"/>
                </a:solidFill>
              </a:rPr>
              <a:t>Nonfunctional Requirements</a:t>
            </a:r>
          </a:p>
          <a:p>
            <a:pPr>
              <a:buFontTx/>
              <a:buChar char="-"/>
            </a:pPr>
            <a:r>
              <a:rPr lang="en-US" sz="2400" dirty="0">
                <a:solidFill>
                  <a:srgbClr val="000000"/>
                </a:solidFill>
              </a:rPr>
              <a:t>System must be secure and protect user data.</a:t>
            </a:r>
          </a:p>
          <a:p>
            <a:pPr>
              <a:buFontTx/>
              <a:buChar char="-"/>
            </a:pPr>
            <a:r>
              <a:rPr lang="en-US" sz="2400" dirty="0">
                <a:solidFill>
                  <a:srgbClr val="000000"/>
                </a:solidFill>
              </a:rPr>
              <a:t>System must be available online and easy to use.</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a:extLst>
              <a:ext uri="{FF2B5EF4-FFF2-40B4-BE49-F238E27FC236}">
                <a16:creationId xmlns:a16="http://schemas.microsoft.com/office/drawing/2014/main" id="{E5EF644E-DC2C-91EE-A0AE-56A415E221CF}"/>
              </a:ext>
            </a:extLst>
          </p:cNvPr>
          <p:cNvPicPr>
            <a:picLocks noGrp="1" noChangeAspect="1"/>
          </p:cNvPicPr>
          <p:nvPr>
            <p:ph idx="1"/>
          </p:nvPr>
        </p:nvPicPr>
        <p:blipFill>
          <a:blip r:embed="rId5"/>
          <a:stretch>
            <a:fillRect/>
          </a:stretch>
        </p:blipFill>
        <p:spPr>
          <a:xfrm>
            <a:off x="6216058" y="801688"/>
            <a:ext cx="5055784" cy="5230812"/>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4" name="Content Placeholder 3">
            <a:extLst>
              <a:ext uri="{FF2B5EF4-FFF2-40B4-BE49-F238E27FC236}">
                <a16:creationId xmlns:a16="http://schemas.microsoft.com/office/drawing/2014/main" id="{8A7AFAB0-DC52-934A-29B7-1E3583037213}"/>
              </a:ext>
            </a:extLst>
          </p:cNvPr>
          <p:cNvPicPr>
            <a:picLocks noGrp="1" noChangeAspect="1"/>
          </p:cNvPicPr>
          <p:nvPr>
            <p:ph idx="1"/>
          </p:nvPr>
        </p:nvPicPr>
        <p:blipFill>
          <a:blip r:embed="rId5"/>
          <a:stretch>
            <a:fillRect/>
          </a:stretch>
        </p:blipFill>
        <p:spPr>
          <a:xfrm>
            <a:off x="7434035" y="801688"/>
            <a:ext cx="3588192" cy="5230812"/>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Encrypted communication (HTTPS)</a:t>
            </a:r>
          </a:p>
          <a:p>
            <a:r>
              <a:rPr lang="en-US" sz="2400" dirty="0">
                <a:solidFill>
                  <a:srgbClr val="000000"/>
                </a:solidFill>
              </a:rPr>
              <a:t>Secure login and password protection</a:t>
            </a:r>
          </a:p>
          <a:p>
            <a:r>
              <a:rPr lang="en-US" sz="2400" dirty="0">
                <a:solidFill>
                  <a:srgbClr val="000000"/>
                </a:solidFill>
              </a:rPr>
              <a:t>Role-based access (student, instructor, admin)</a:t>
            </a:r>
          </a:p>
          <a:p>
            <a:r>
              <a:rPr lang="en-US" sz="2400" dirty="0">
                <a:solidFill>
                  <a:srgbClr val="000000"/>
                </a:solidFill>
              </a:rPr>
              <a:t>Regular backups and data protection</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Requires internet access</a:t>
            </a:r>
          </a:p>
          <a:p>
            <a:r>
              <a:rPr lang="en-US" sz="2400" dirty="0">
                <a:solidFill>
                  <a:srgbClr val="000000"/>
                </a:solidFill>
              </a:rPr>
              <a:t>Depends on cloud hosting uptime</a:t>
            </a:r>
          </a:p>
          <a:p>
            <a:r>
              <a:rPr lang="en-US" sz="2400" dirty="0">
                <a:solidFill>
                  <a:srgbClr val="000000"/>
                </a:solidFill>
              </a:rPr>
              <a:t>Users need basic computer or mobile skills</a:t>
            </a:r>
          </a:p>
          <a:p>
            <a:r>
              <a:rPr lang="en-US" sz="2400" dirty="0">
                <a:solidFill>
                  <a:srgbClr val="000000"/>
                </a:solidFill>
              </a:rPr>
              <a:t>DMV integration depends on external systems</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1414</TotalTime>
  <Words>468</Words>
  <Application>Microsoft Office PowerPoint</Application>
  <PresentationFormat>Widescreen</PresentationFormat>
  <Paragraphs>33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Polo Navarro</cp:lastModifiedBy>
  <cp:revision>21</cp:revision>
  <dcterms:created xsi:type="dcterms:W3CDTF">2019-10-14T02:36:52Z</dcterms:created>
  <dcterms:modified xsi:type="dcterms:W3CDTF">2026-10-18T20:00:15Z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